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70" r:id="rId14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 varScale="1">
        <p:scale>
          <a:sx n="116" d="100"/>
          <a:sy n="116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C5B04-5345-CD0E-B379-26C2887DD5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C3E310-E8A2-73D5-518E-51B995BCB2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53656B-B167-1C6B-9E90-2D15CC544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9EFDA1-C45C-BCD1-81D5-ECF6E7B5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DCB8AA-D581-4094-5555-20D252A37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2983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A6181-3260-45C4-8015-75825205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6CB59-D05C-D551-1BBD-84FDB8288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78641-EF4A-2BF1-48CC-C251AF47E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DC8BC-2A91-D7E9-4FC8-1874F7018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A500B2-0C53-DD2F-FFE8-2734C335F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3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46420-CA9A-2D16-D205-6B9A0462B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84A3B4-3DF8-D996-F14B-7B9AAE4456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BD323-F0A0-225C-6122-FE0CE5706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1D562-EEAB-5D33-E0C5-F87ADE443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26F9-E3EA-7C58-94FD-959037669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575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53D9-8D3E-F910-81CC-A62001E2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C4E2-BD67-3D34-75F6-A121615C61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5D900D-91ED-E358-FC97-AA21264EAB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113FE3-1601-D12E-989D-84D71EA51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E58E5-4237-FC31-29C8-8BDF2BDEE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44513C-649E-8474-C08F-8C431AF5B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31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774EB-8EA6-82D6-5794-D6088ADB5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DE681-FDE6-22C0-38C8-D620B417F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DB5642-6C22-52E4-1D57-A5B7D5EB6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3C3283-303F-0DB7-CC39-6C300BF1FB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7BEDDD-6808-BA9E-2132-D1F3F84959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923E50-6D15-DD4E-598F-AF29003F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EA756C-F2F7-5EEF-7BA9-4EE21D19D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E4EB37-7C0D-A4C4-EB2A-49A6E41A1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40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2B54-2F09-DC6C-0B33-78FD12AC6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5E3B28-6BD8-EC9C-2067-DB2C9B4C3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AA129-40D1-6E1F-B661-9062AD678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32D139-6655-46C7-DF1C-8A4BA69A1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39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45FE9-0768-F2D4-DB7E-043938BF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E4BCB8-EF4C-7AF0-B086-562C1F328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365D2-3D52-059A-8E6E-194355E7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89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425CC-59E1-9B43-DA1A-5AF583454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BB951-E589-C770-97AE-7E6436ED4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716910-8231-51DB-DE91-DD7FE60F50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841981-46B8-893E-5E85-23AB63DAD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F82C7-E5B9-95BF-933D-649DD8BD1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9EE98-5A4E-E35B-539A-74FFAB162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616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29812-1A02-20DF-D574-3349989C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2A5C44-944B-71BA-4000-E8F702B17B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E05749-8591-6814-B841-3F8FF7EE10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0AC6B8-8F4B-5880-095D-39C61082E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7CFEDA-7F06-67DC-0D21-3A0DB9390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FDC19D-7758-8074-CA13-AA5700480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904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9A7D1-7924-FE15-F20B-49663C237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6F359A-F175-B4EF-96A3-2B30919CD4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37BCB7-0AB6-4CA6-4AA6-5BB042986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1CA21-1976-D5BB-3E99-71B336FA3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05CA1-96F2-C282-1094-BD9E0B52E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5834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490D0E-6A57-A9C6-1E5C-C4DE7F9CED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DD11C3-578A-A3D7-7167-B8D1EF138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C8134-9DA5-1EB2-022B-1860B1E83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C2819F-EDD6-657A-544A-C496A523A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0363B-1B39-680E-7C99-9DDDB928A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90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153CE5-F785-303C-05F0-42C9E1B3F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9738D-4A2C-FE25-BF82-FD3E99DE6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D775D-25A5-FF5D-2DA6-7D5DBB1D12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797268-6A47-4D4A-BF8A-95F5498E9FE5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CA888-CE3C-4597-0111-6F96E846DF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815C5-8AED-265C-7F76-82F10A6A10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2AB96-2E60-5546-8055-F104EA203B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43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7400-7B1B-C174-0947-B84E9B5C56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ETH Quantum Hackathon 2026: </a:t>
            </a:r>
            <a:r>
              <a:rPr lang="en-US" dirty="0" err="1"/>
              <a:t>QCentroid</a:t>
            </a:r>
            <a:r>
              <a:rPr lang="en-US" dirty="0"/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8634D1-738F-A48F-F898-488AD169B4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Detecting DDoS using quantum-inspired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959880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43C7E-855D-1A35-52B5-2BE413447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129CB-5898-7849-4C97-366FD6871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Already have detection of malicious IPs through provided solution with classical implementation and elegant incorporation of quantum-inspired methods.</a:t>
            </a:r>
          </a:p>
          <a:p>
            <a:r>
              <a:rPr lang="en-US" dirty="0"/>
              <a:t>Focus on detecting time windows of DDoS attacks using provided metrics</a:t>
            </a:r>
          </a:p>
          <a:p>
            <a:r>
              <a:rPr lang="en-US" dirty="0"/>
              <a:t>For each dataset, generate a 2-dimensional dataset (image)</a:t>
            </a:r>
          </a:p>
          <a:p>
            <a:r>
              <a:rPr lang="en-US" dirty="0"/>
              <a:t>Use quantum-inspired convolutional step (</a:t>
            </a:r>
            <a:r>
              <a:rPr lang="en-US" dirty="0" err="1"/>
              <a:t>quanvolution</a:t>
            </a:r>
            <a:r>
              <a:rPr lang="en-US" dirty="0"/>
              <a:t>) to detect distinct intensity peaks in the produced images</a:t>
            </a:r>
          </a:p>
        </p:txBody>
      </p:sp>
    </p:spTree>
    <p:extLst>
      <p:ext uri="{BB962C8B-B14F-4D97-AF65-F5344CB8AC3E}">
        <p14:creationId xmlns:p14="http://schemas.microsoft.com/office/powerpoint/2010/main" val="1586241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58475-7574-AFC6-3BE8-C3408A348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time series to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68887-6972-D977-8F04-9C6B24C03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dataset, string all flows together to create time series</a:t>
            </a:r>
          </a:p>
          <a:p>
            <a:r>
              <a:rPr lang="en-US" dirty="0"/>
              <a:t>Compute baseline mean and standard deviation from normal datasets</a:t>
            </a:r>
          </a:p>
          <a:p>
            <a:r>
              <a:rPr lang="en-US" dirty="0"/>
              <a:t>For each provided metric, compute z-score (deviation from baseline mean normalized by the standard deviation)</a:t>
            </a:r>
          </a:p>
        </p:txBody>
      </p:sp>
    </p:spTree>
    <p:extLst>
      <p:ext uri="{BB962C8B-B14F-4D97-AF65-F5344CB8AC3E}">
        <p14:creationId xmlns:p14="http://schemas.microsoft.com/office/powerpoint/2010/main" val="2010815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9EC2E4-44F4-AFD5-1682-0FCEDCC9A8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33" b="433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437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1979-EB35-31B1-8757-B09F033B8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Quanvolutional Layer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473C39B-04A1-C468-348F-2F1539E33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06755" cy="4351338"/>
          </a:xfrm>
        </p:spPr>
        <p:txBody>
          <a:bodyPr>
            <a:normAutofit/>
          </a:bodyPr>
          <a:lstStyle/>
          <a:p>
            <a:r>
              <a:rPr lang="en-US" sz="2400" dirty="0"/>
              <a:t>To detect the “intensity” peaks (which correspond to the DDoS time windows), we use a random </a:t>
            </a:r>
            <a:r>
              <a:rPr lang="en-US" sz="2400" dirty="0" err="1"/>
              <a:t>quanvolutional</a:t>
            </a:r>
            <a:r>
              <a:rPr lang="en-US" sz="2400" dirty="0"/>
              <a:t> layer.</a:t>
            </a:r>
          </a:p>
          <a:p>
            <a:r>
              <a:rPr lang="en-US" sz="2400" dirty="0"/>
              <a:t>Based on “classical” convolutional layer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10635C7-1C07-BB23-833C-79898DC361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956" y="1578681"/>
            <a:ext cx="7772400" cy="4598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90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BD515-DF01-D8C0-D6A0-CEE62ECFF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</a:t>
            </a:r>
            <a:r>
              <a:rPr lang="en-US" dirty="0" err="1"/>
              <a:t>Quanvolution</a:t>
            </a:r>
            <a:r>
              <a:rPr lang="en-US" dirty="0"/>
              <a:t> Part 1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777DC7B-5278-FC20-6FA0-6F1BF5B697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82677"/>
            <a:ext cx="10515600" cy="22926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266C90-5F45-0F8C-EB1D-4B127C76BCD7}"/>
              </a:ext>
            </a:extLst>
          </p:cNvPr>
          <p:cNvSpPr txBox="1"/>
          <p:nvPr/>
        </p:nvSpPr>
        <p:spPr>
          <a:xfrm>
            <a:off x="749148" y="4797979"/>
            <a:ext cx="8396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circuit structure, see write-up in notebook and paper by Henderson et al. (2020)</a:t>
            </a:r>
          </a:p>
        </p:txBody>
      </p:sp>
    </p:spTree>
    <p:extLst>
      <p:ext uri="{BB962C8B-B14F-4D97-AF65-F5344CB8AC3E}">
        <p14:creationId xmlns:p14="http://schemas.microsoft.com/office/powerpoint/2010/main" val="99186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254C4-31BE-083D-ED52-5A3DB0115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</a:t>
            </a:r>
            <a:r>
              <a:rPr lang="en-US" dirty="0" err="1"/>
              <a:t>Quanvolution</a:t>
            </a:r>
            <a:r>
              <a:rPr lang="en-US" dirty="0"/>
              <a:t> Part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4E382C-AD40-277E-BE35-9364A77C22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36324"/>
            <a:ext cx="10515600" cy="332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48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57AC8-EEDE-3D19-FA99-34130F7D5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</a:t>
            </a:r>
            <a:r>
              <a:rPr lang="en-US" dirty="0" err="1"/>
              <a:t>Quanvolution</a:t>
            </a:r>
            <a:r>
              <a:rPr lang="en-US" dirty="0"/>
              <a:t> Part 3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9433707-E9AF-8AE6-F576-69C1F3434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71704"/>
            <a:ext cx="10515600" cy="3114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832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4D92084-AD40-2157-0EAD-B6A92B48F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312334"/>
            <a:ext cx="5291666" cy="42333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C6B37D-8818-C8FD-DBD6-AC6684D49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5" y="1312333"/>
            <a:ext cx="5291667" cy="42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61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D256CB4-E741-65A7-894B-7A112DDDD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312334"/>
            <a:ext cx="5291666" cy="42333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64AB5F2-C175-DB33-3D83-3E26BBD7B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5" y="1312333"/>
            <a:ext cx="5291667" cy="42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076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3A81AD-883B-8B82-DF2D-80C23B293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312334"/>
            <a:ext cx="5291666" cy="42333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BD48B5-31D9-0A57-F343-B463692FA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5" y="1312333"/>
            <a:ext cx="5291667" cy="42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51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CDD4B-C209-5CC3-A7C5-E2E3125C2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0B7A-1493-99B7-CAE6-27D38EEC3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18542" cy="4351338"/>
          </a:xfrm>
        </p:spPr>
        <p:txBody>
          <a:bodyPr>
            <a:normAutofit/>
          </a:bodyPr>
          <a:lstStyle/>
          <a:p>
            <a:r>
              <a:rPr lang="en-US" sz="1800" dirty="0"/>
              <a:t>Paper suggests a random layer works very well, but theoretically one could train the </a:t>
            </a:r>
            <a:r>
              <a:rPr lang="en-US" sz="1800" dirty="0" err="1"/>
              <a:t>quanvolutional</a:t>
            </a:r>
            <a:r>
              <a:rPr lang="en-US" sz="1800" dirty="0"/>
              <a:t> layers</a:t>
            </a:r>
          </a:p>
          <a:p>
            <a:r>
              <a:rPr lang="en-US" sz="1800" dirty="0"/>
              <a:t>BUT: what circuit to pick if not randomized?</a:t>
            </a:r>
          </a:p>
          <a:p>
            <a:r>
              <a:rPr lang="en-US" sz="1800" dirty="0"/>
              <a:t>We picked an arbitrary circuit we found online and tried to train it </a:t>
            </a:r>
          </a:p>
          <a:p>
            <a:r>
              <a:rPr lang="en-US" sz="1800" dirty="0"/>
              <a:t>Very slow and doesn’t work (yet)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4492DC-767A-2652-8DB9-E35D26A47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0" y="552450"/>
            <a:ext cx="7188200" cy="575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437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83695-7BAE-4827-E54B-C94716070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WIP Feature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12504-1CCE-DF32-51D2-813F187181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Attack time frames to collect data about active connections</a:t>
            </a:r>
          </a:p>
          <a:p>
            <a:r>
              <a:rPr lang="en-US" dirty="0"/>
              <a:t>-&gt; More weights to classify IPs</a:t>
            </a:r>
          </a:p>
          <a:p>
            <a:r>
              <a:rPr lang="en-US" dirty="0"/>
              <a:t>Using a quantum kernel in the classification</a:t>
            </a:r>
          </a:p>
          <a:p>
            <a:r>
              <a:rPr lang="en-US" dirty="0"/>
              <a:t>Correctly implement training of </a:t>
            </a:r>
            <a:r>
              <a:rPr lang="en-US" dirty="0" err="1"/>
              <a:t>quanvolutional</a:t>
            </a:r>
            <a:r>
              <a:rPr lang="en-US" dirty="0"/>
              <a:t> layers (potentially in ”classical” convolution neural network)</a:t>
            </a:r>
          </a:p>
        </p:txBody>
      </p:sp>
    </p:spTree>
    <p:extLst>
      <p:ext uri="{BB962C8B-B14F-4D97-AF65-F5344CB8AC3E}">
        <p14:creationId xmlns:p14="http://schemas.microsoft.com/office/powerpoint/2010/main" val="772555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661</TotalTime>
  <Words>271</Words>
  <Application>Microsoft Macintosh PowerPoint</Application>
  <PresentationFormat>Widescreen</PresentationFormat>
  <Paragraphs>28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ETH Quantum Hackathon 2026: QCentroid Challenge</vt:lpstr>
      <vt:lpstr>Overview</vt:lpstr>
      <vt:lpstr>From time series to images</vt:lpstr>
      <vt:lpstr>PowerPoint Presentation</vt:lpstr>
      <vt:lpstr>Quanvolutional Layer</vt:lpstr>
      <vt:lpstr>Implementation of Quanvolution Part 1</vt:lpstr>
      <vt:lpstr>Implementation of Quanvolution Part 2</vt:lpstr>
      <vt:lpstr>Implementation of Quanvolution Part 3</vt:lpstr>
      <vt:lpstr>PowerPoint Presentation</vt:lpstr>
      <vt:lpstr>PowerPoint Presentation</vt:lpstr>
      <vt:lpstr>PowerPoint Presentation</vt:lpstr>
      <vt:lpstr>Training…</vt:lpstr>
      <vt:lpstr>WIP Feature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Dvoretsky  Eliyahu</dc:creator>
  <cp:lastModifiedBy>Dvoretsky  Eliyahu</cp:lastModifiedBy>
  <cp:revision>2</cp:revision>
  <dcterms:created xsi:type="dcterms:W3CDTF">2026-05-09T22:11:01Z</dcterms:created>
  <dcterms:modified xsi:type="dcterms:W3CDTF">2026-05-10T09:21:48Z</dcterms:modified>
</cp:coreProperties>
</file>