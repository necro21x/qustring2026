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1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5B04-5345-CD0E-B379-26C2887DD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3E310-E8A2-73D5-518E-51B995BCB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3656B-B167-1C6B-9E90-2D15CC54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EFDA1-C45C-BCD1-81D5-ECF6E7B5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CB8AA-D581-4094-5555-20D252A3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9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6181-3260-45C4-8015-75825205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6CB59-D05C-D551-1BBD-84FDB8288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78641-EF4A-2BF1-48CC-C251AF47E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DC8BC-2A91-D7E9-4FC8-1874F701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500B2-0C53-DD2F-FFE8-2734C335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3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6420-CA9A-2D16-D205-6B9A0462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4A3B4-3DF8-D996-F14B-7B9AAE445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BD323-F0A0-225C-6122-FE0CE570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1D562-EEAB-5D33-E0C5-F87ADE44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626F9-E3EA-7C58-94FD-95903766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7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53D9-8D3E-F910-81CC-A62001E2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C4E2-BD67-3D34-75F6-A121615C6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D900D-91ED-E358-FC97-AA21264EA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13FE3-1601-D12E-989D-84D71EA5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E58E5-4237-FC31-29C8-8BDF2BDE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4513C-649E-8474-C08F-8C431AF5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1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774EB-8EA6-82D6-5794-D6088ADB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DE681-FDE6-22C0-38C8-D620B417F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B5642-6C22-52E4-1D57-A5B7D5EB6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C3283-303F-0DB7-CC39-6C300BF1F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BEDDD-6808-BA9E-2132-D1F3F8495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3E50-6D15-DD4E-598F-AF29003F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EA756C-F2F7-5EEF-7BA9-4EE21D19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4EB37-7C0D-A4C4-EB2A-49A6E41A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4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2B54-2F09-DC6C-0B33-78FD12AC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E3B28-6BD8-EC9C-2067-DB2C9B4C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AA129-40D1-6E1F-B661-9062AD67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2D139-6655-46C7-DF1C-8A4BA69A1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3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45FE9-0768-F2D4-DB7E-043938BF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4BCB8-EF4C-7AF0-B086-562C1F32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365D2-3D52-059A-8E6E-194355E7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8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25CC-59E1-9B43-DA1A-5AF58345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B951-E589-C770-97AE-7E6436ED4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16910-8231-51DB-DE91-DD7FE60F5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41981-46B8-893E-5E85-23AB63DAD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F82C7-E5B9-95BF-933D-649DD8BD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9EE98-5A4E-E35B-539A-74FFAB16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1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9812-1A02-20DF-D574-3349989C7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A5C44-944B-71BA-4000-E8F702B17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05749-8591-6814-B841-3F8FF7EE1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AC6B8-8F4B-5880-095D-39C61082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CFEDA-7F06-67DC-0D21-3A0DB939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DC19D-7758-8074-CA13-AA570048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A7D1-7924-FE15-F20B-49663C23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F359A-F175-B4EF-96A3-2B30919CD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7BCB7-0AB6-4CA6-4AA6-5BB04298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1CA21-1976-D5BB-3E99-71B336FA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05CA1-96F2-C282-1094-BD9E0B52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8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490D0E-6A57-A9C6-1E5C-C4DE7F9CE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D11C3-578A-A3D7-7167-B8D1EF138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C8134-9DA5-1EB2-022B-1860B1E8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819F-EDD6-657A-544A-C496A523A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363B-1B39-680E-7C99-9DDDB928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53CE5-F785-303C-05F0-42C9E1B3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9738D-4A2C-FE25-BF82-FD3E99DE6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D775D-25A5-FF5D-2DA6-7D5DBB1D1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97268-6A47-4D4A-BF8A-95F5498E9FE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CA888-CE3C-4597-0111-6F96E846D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815C5-8AED-265C-7F76-82F10A6A1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2AB96-2E60-5546-8055-F104EA20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4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7400-7B1B-C174-0947-B84E9B5C5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 Quantum Hackathon 2026: </a:t>
            </a:r>
            <a:r>
              <a:rPr lang="en-US" dirty="0" err="1"/>
              <a:t>QCentroid</a:t>
            </a:r>
            <a:r>
              <a:rPr lang="en-US" dirty="0"/>
              <a:t>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634D1-738F-A48F-F898-488AD169B4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Detecting DDoS using quantum-inspired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95988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3C7E-855D-1A35-52B5-2BE41344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29CB-5898-7849-4C97-366FD6871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Already have detection of malicious IPs through provided solution with classical implementation and elegant incorporation of quantum-inspired methods.</a:t>
            </a:r>
          </a:p>
          <a:p>
            <a:r>
              <a:rPr lang="en-US" dirty="0"/>
              <a:t>Focus on detecting time windows of DDoS attacks using provided metrics</a:t>
            </a:r>
          </a:p>
          <a:p>
            <a:r>
              <a:rPr lang="en-US" dirty="0"/>
              <a:t>For each dataset, generate a 2-dimensional dataset (image)</a:t>
            </a:r>
          </a:p>
          <a:p>
            <a:r>
              <a:rPr lang="en-US" dirty="0"/>
              <a:t>Use quantum-inspired convolutional step (</a:t>
            </a:r>
            <a:r>
              <a:rPr lang="en-US" dirty="0" err="1"/>
              <a:t>quanvolution</a:t>
            </a:r>
            <a:r>
              <a:rPr lang="en-US" dirty="0"/>
              <a:t>) to detect distinct intensity peaks in the produced images</a:t>
            </a:r>
          </a:p>
        </p:txBody>
      </p:sp>
    </p:spTree>
    <p:extLst>
      <p:ext uri="{BB962C8B-B14F-4D97-AF65-F5344CB8AC3E}">
        <p14:creationId xmlns:p14="http://schemas.microsoft.com/office/powerpoint/2010/main" val="158624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8475-7574-AFC6-3BE8-C3408A34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time series to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8887-6972-D977-8F04-9C6B24C03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dataset, string all flows together to create time series</a:t>
            </a:r>
          </a:p>
          <a:p>
            <a:r>
              <a:rPr lang="en-US" dirty="0"/>
              <a:t>Compute baseline mean and standard deviation from normal datasets</a:t>
            </a:r>
          </a:p>
          <a:p>
            <a:r>
              <a:rPr lang="en-US" dirty="0"/>
              <a:t>For each provided metric, compute z-score (deviation from baseline mean normalized by the standard deviation)</a:t>
            </a:r>
          </a:p>
        </p:txBody>
      </p:sp>
    </p:spTree>
    <p:extLst>
      <p:ext uri="{BB962C8B-B14F-4D97-AF65-F5344CB8AC3E}">
        <p14:creationId xmlns:p14="http://schemas.microsoft.com/office/powerpoint/2010/main" val="201081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EC2E4-44F4-AFD5-1682-0FCEDCC9A8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3" b="4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3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979-EB35-31B1-8757-B09F033B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Quanvolutional Layer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73C39B-04A1-C468-348F-2F1539E33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06755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To detect the “intensity” peaks (which correspond to the DDoS time windows), we use a random </a:t>
            </a:r>
            <a:r>
              <a:rPr lang="en-US" sz="2400" dirty="0" err="1"/>
              <a:t>quanvolutional</a:t>
            </a:r>
            <a:r>
              <a:rPr lang="en-US" sz="2400" dirty="0"/>
              <a:t> layer.</a:t>
            </a:r>
          </a:p>
          <a:p>
            <a:r>
              <a:rPr lang="en-US" sz="2400" dirty="0"/>
              <a:t>Based on “classical” convolutional layer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0635C7-1C07-BB23-833C-79898DC36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56" y="1578681"/>
            <a:ext cx="7772400" cy="459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D515-DF01-D8C0-D6A0-CEE62ECF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</a:t>
            </a:r>
            <a:r>
              <a:rPr lang="en-US" dirty="0" err="1"/>
              <a:t>Quanvolution</a:t>
            </a:r>
            <a:r>
              <a:rPr lang="en-US" dirty="0"/>
              <a:t> Part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E9310E-2E83-276B-1D90-9D88885A9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999" y="1690688"/>
            <a:ext cx="9200001" cy="470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6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54C4-31BE-083D-ED52-5A3DB011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</a:t>
            </a:r>
            <a:r>
              <a:rPr lang="en-US" dirty="0" err="1"/>
              <a:t>Quanvolution</a:t>
            </a:r>
            <a:r>
              <a:rPr lang="en-US" dirty="0"/>
              <a:t> Part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4E382C-AD40-277E-BE35-9364A77C2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6324"/>
            <a:ext cx="10515600" cy="332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4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7AC8-EEDE-3D19-FA99-34130F7D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</a:t>
            </a:r>
            <a:r>
              <a:rPr lang="en-US" dirty="0" err="1"/>
              <a:t>Quanvolution</a:t>
            </a:r>
            <a:r>
              <a:rPr lang="en-US" dirty="0"/>
              <a:t> Part 3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9433707-E9AF-8AE6-F576-69C1F3434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1704"/>
            <a:ext cx="10515600" cy="311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32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D92084-AD40-2157-0EAD-B6A92B48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12334"/>
            <a:ext cx="5291666" cy="4233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C6B37D-8818-C8FD-DBD6-AC6684D49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312333"/>
            <a:ext cx="5291667" cy="42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6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D256CB4-E741-65A7-894B-7A112DDDD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12334"/>
            <a:ext cx="5291666" cy="42333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4AB5F2-C175-DB33-3D83-3E26BBD7B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312333"/>
            <a:ext cx="5291667" cy="42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0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A81AD-883B-8B82-DF2D-80C23B293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12334"/>
            <a:ext cx="5291666" cy="4233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BD48B5-31D9-0A57-F343-B463692FA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312333"/>
            <a:ext cx="5291667" cy="42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1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DD4B-C209-5CC3-A7C5-E2E3125C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0B7A-1493-99B7-CAE6-27D38EEC3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18542" cy="4351338"/>
          </a:xfrm>
        </p:spPr>
        <p:txBody>
          <a:bodyPr>
            <a:normAutofit/>
          </a:bodyPr>
          <a:lstStyle/>
          <a:p>
            <a:r>
              <a:rPr lang="en-US" sz="1800" dirty="0"/>
              <a:t>Paper suggests a random layer works very well, but theoretically one could train the </a:t>
            </a:r>
            <a:r>
              <a:rPr lang="en-US" sz="1800" dirty="0" err="1"/>
              <a:t>quanvolutional</a:t>
            </a:r>
            <a:r>
              <a:rPr lang="en-US" sz="1800" dirty="0"/>
              <a:t> layers</a:t>
            </a:r>
          </a:p>
          <a:p>
            <a:r>
              <a:rPr lang="en-US" sz="1800" dirty="0"/>
              <a:t>BUT: what circuit to pick if not randomized?</a:t>
            </a:r>
          </a:p>
          <a:p>
            <a:r>
              <a:rPr lang="en-US" sz="1800" dirty="0"/>
              <a:t>We picked an arbitrary circuit we found online and tried to train it </a:t>
            </a:r>
          </a:p>
          <a:p>
            <a:r>
              <a:rPr lang="en-US" sz="1800" dirty="0"/>
              <a:t>Very slow and doesn’t work (yet)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492DC-767A-2652-8DB9-E35D26A47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552450"/>
            <a:ext cx="71882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3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3695-7BAE-4827-E54B-C9471607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2504-1CCE-DF32-51D2-813F18718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Attack time frames to collect data about active connections</a:t>
            </a:r>
          </a:p>
          <a:p>
            <a:r>
              <a:rPr lang="en-US" dirty="0"/>
              <a:t>-&gt; More weights to classify IPs</a:t>
            </a:r>
          </a:p>
          <a:p>
            <a:r>
              <a:rPr lang="en-US" dirty="0"/>
              <a:t>Using a quantum kernel in the classification</a:t>
            </a:r>
          </a:p>
          <a:p>
            <a:r>
              <a:rPr lang="en-US" dirty="0"/>
              <a:t>Correctly implement training of </a:t>
            </a:r>
            <a:r>
              <a:rPr lang="en-US" dirty="0" err="1"/>
              <a:t>quanvolutional</a:t>
            </a:r>
            <a:r>
              <a:rPr lang="en-US" dirty="0"/>
              <a:t> layers (potentially in ”classical” convolution neural network)</a:t>
            </a:r>
          </a:p>
        </p:txBody>
      </p:sp>
    </p:spTree>
    <p:extLst>
      <p:ext uri="{BB962C8B-B14F-4D97-AF65-F5344CB8AC3E}">
        <p14:creationId xmlns:p14="http://schemas.microsoft.com/office/powerpoint/2010/main" val="77255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253</Words>
  <Application>Microsoft Macintosh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ETH Quantum Hackathon 2026: QCentroid Challenge</vt:lpstr>
      <vt:lpstr>Overview</vt:lpstr>
      <vt:lpstr>From time series to images</vt:lpstr>
      <vt:lpstr>PowerPoint Presentation</vt:lpstr>
      <vt:lpstr>Quanvolutional Layer</vt:lpstr>
      <vt:lpstr>Implementation of Quanvolution Part 1</vt:lpstr>
      <vt:lpstr>Implementation of Quanvolution Part 2</vt:lpstr>
      <vt:lpstr>Implementation of Quanvolution Part 3</vt:lpstr>
      <vt:lpstr>PowerPoint Presentation</vt:lpstr>
      <vt:lpstr>PowerPoint Presentation</vt:lpstr>
      <vt:lpstr>PowerPoint Presentation</vt:lpstr>
      <vt:lpstr>Training…</vt:lpstr>
      <vt:lpstr>WIP Feature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Dvoretsky  Eliyahu</dc:creator>
  <cp:lastModifiedBy>Dvoretsky  Eliyahu</cp:lastModifiedBy>
  <cp:revision>1</cp:revision>
  <dcterms:created xsi:type="dcterms:W3CDTF">2026-05-09T22:11:01Z</dcterms:created>
  <dcterms:modified xsi:type="dcterms:W3CDTF">2026-05-10T09:06:07Z</dcterms:modified>
</cp:coreProperties>
</file>